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ブランディング戦略提案書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〜 貴社のブランド価値向上に向けて 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株式会社ストラテジーパートナーズ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1. 現状分析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2. 課題の整理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3. ブランド戦略の方向性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4. 具体的施策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5. 実行計画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6. 期待効果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1. 現状分析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強み (Strengths)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・〇〇〇〇〇〇</a:t>
            </a:r>
            <a:br/>
            <a:r>
              <a:t>・〇〇〇〇〇〇</a:t>
            </a:r>
            <a:br/>
            <a:r>
              <a:t>・〇〇〇〇〇〇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30352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463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弱み (Weaknesses)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・〇〇〇〇〇〇</a:t>
            </a:r>
            <a:br/>
            <a:r>
              <a:t>・〇〇〇〇〇〇</a:t>
            </a:r>
            <a:br/>
            <a:r>
              <a:t>・〇〇〇〇〇〇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530352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機会 (Opportunities)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・〇〇〇〇〇〇</a:t>
            </a:r>
            <a:br/>
            <a:r>
              <a:t>・〇〇〇〇〇〇</a:t>
            </a:r>
            <a:br/>
            <a:r>
              <a:t>・〇〇〇〇〇〇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840480"/>
            <a:ext cx="530352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脅威 (Threats)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38912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・〇〇〇〇〇〇</a:t>
            </a:r>
            <a:br/>
            <a:r>
              <a:t>・〇〇〇〇〇〇</a:t>
            </a:r>
            <a:br/>
            <a:r>
              <a:t>・〇〇〇〇〇〇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2. 課題の整理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  <a:defRPr sz="2200">
                <a:solidFill>
                  <a:srgbClr val="323232"/>
                </a:solidFill>
              </a:defRPr>
            </a:pPr>
            <a:r>
              <a:t>課題1: ブランド認知度の向上が必要</a:t>
            </a:r>
          </a:p>
          <a:p>
            <a:pPr>
              <a:spcAft>
                <a:spcPts val="3000"/>
              </a:spcAft>
              <a:defRPr sz="2200">
                <a:solidFill>
                  <a:srgbClr val="323232"/>
                </a:solidFill>
              </a:defRPr>
            </a:pPr>
            <a:r>
              <a:t>課題2: 競合との差別化ポイントの明確化</a:t>
            </a:r>
          </a:p>
          <a:p>
            <a:pPr>
              <a:spcAft>
                <a:spcPts val="3000"/>
              </a:spcAft>
              <a:defRPr sz="2200">
                <a:solidFill>
                  <a:srgbClr val="323232"/>
                </a:solidFill>
              </a:defRPr>
            </a:pPr>
            <a:r>
              <a:t>課題3: ターゲット顧客への効果的なリーチ</a:t>
            </a:r>
          </a:p>
          <a:p>
            <a:pPr>
              <a:spcAft>
                <a:spcPts val="3000"/>
              </a:spcAft>
              <a:defRPr sz="2200">
                <a:solidFill>
                  <a:srgbClr val="323232"/>
                </a:solidFill>
              </a:defRPr>
            </a:pPr>
            <a:r>
              <a:t>課題4: 一貫したブランドメッセージの発信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3. ブランド戦略の方向性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058400" cy="16459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ブランドビジョン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〇〇〇〇〇〇〇〇〇〇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058400" cy="16459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ブランドミッション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〇〇〇〇〇〇〇〇〇〇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10058400" cy="16459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ブランドバリュー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217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〇〇〇〇〇〇〇〇〇〇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4. 具体的施策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施策1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108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〇〇〇〇〇〇〇〇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施策2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108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〇〇〇〇〇〇〇〇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47472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施策3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3108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〇〇〇〇〇〇〇〇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5.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03120"/>
            <a:ext cx="2743200" cy="54864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Phase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200400"/>
            <a:ext cx="2286000" cy="54864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Phase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4297680"/>
            <a:ext cx="1828800" cy="54864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6. 期待効果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0"/>
              </a:spcAft>
              <a:defRPr sz="2800">
                <a:solidFill>
                  <a:srgbClr val="323232"/>
                </a:solidFill>
              </a:defRPr>
            </a:pPr>
            <a:r>
              <a:t>ブランド認知度: 〇〇%向上</a:t>
            </a:r>
          </a:p>
          <a:p>
            <a:pPr>
              <a:spcAft>
                <a:spcPts val="4000"/>
              </a:spcAft>
              <a:defRPr sz="2800">
                <a:solidFill>
                  <a:srgbClr val="323232"/>
                </a:solidFill>
              </a:defRPr>
            </a:pPr>
            <a:r>
              <a:t>顧客ロイヤルティ: 〇〇%改善</a:t>
            </a:r>
          </a:p>
          <a:p>
            <a:pPr>
              <a:spcAft>
                <a:spcPts val="4000"/>
              </a:spcAft>
              <a:defRPr sz="2800">
                <a:solidFill>
                  <a:srgbClr val="323232"/>
                </a:solidFill>
              </a:defRPr>
            </a:pPr>
            <a:r>
              <a:t>売上貢献: 〇〇%増加見込み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